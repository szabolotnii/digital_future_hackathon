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nuextract_demo_en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38159" y="1943100"/>
            <a:ext cx="6029174" cy="4238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